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73552" cy="1984248"/>
  <p:notesSz cx="1984248" cy="32735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73552" cy="19842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" y="41148"/>
            <a:ext cx="283464" cy="283464"/>
          </a:xfrm>
          <a:prstGeom prst="ellipse">
            <a:avLst/>
          </a:prstGeom>
          <a:ln w="25400">
            <a:solidFill>
              <a:srgbClr val="0A0A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22438" y="95006"/>
            <a:ext cx="175748" cy="175748"/>
          </a:xfrm>
          <a:prstGeom prst="ellipse">
            <a:avLst/>
          </a:prstGeom>
          <a:ln w="15240">
            <a:solidFill>
              <a:srgbClr val="0A0A0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627" y="143195"/>
            <a:ext cx="79370" cy="7937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1051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</a:t>
            </a:r>
            <a:pPr algn="l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0624" y="36576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spc="150" kern="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Fitness Technology</a:t>
            </a:r>
            <a:endParaRPr lang="en-US" sz="550" dirty="0"/>
          </a:p>
        </p:txBody>
      </p:sp>
      <p:sp>
        <p:nvSpPr>
          <p:cNvPr id="8" name="Shape 6"/>
          <p:cNvSpPr/>
          <p:nvPr/>
        </p:nvSpPr>
        <p:spPr>
          <a:xfrm>
            <a:off x="182880" y="658368"/>
            <a:ext cx="2926080" cy="0"/>
          </a:xfrm>
          <a:prstGeom prst="line">
            <a:avLst/>
          </a:prstGeom>
          <a:noFill/>
          <a:ln w="762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749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兼村 大暉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82880" y="102412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18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TAIKI KANEMURA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82880" y="1188720"/>
            <a:ext cx="18288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182880" y="1389888"/>
            <a:ext cx="2926080" cy="0"/>
          </a:xfrm>
          <a:prstGeom prst="line">
            <a:avLst/>
          </a:prstGeom>
          <a:noFill/>
          <a:ln w="508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2880" y="1453896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</a:t>
            </a:r>
            <a:endParaRPr lang="en-US" sz="550" dirty="0"/>
          </a:p>
        </p:txBody>
      </p:sp>
      <p:sp>
        <p:nvSpPr>
          <p:cNvPr id="14" name="Text 12"/>
          <p:cNvSpPr/>
          <p:nvPr/>
        </p:nvSpPr>
        <p:spPr>
          <a:xfrm>
            <a:off x="457200" y="1453896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080-9804-6325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82880" y="1609344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lang="en-US" sz="550" dirty="0"/>
          </a:p>
        </p:txBody>
      </p:sp>
      <p:sp>
        <p:nvSpPr>
          <p:cNvPr id="16" name="Text 14"/>
          <p:cNvSpPr/>
          <p:nvPr/>
        </p:nvSpPr>
        <p:spPr>
          <a:xfrm>
            <a:off x="457200" y="1609344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taikikanemura@gmail.com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82880" y="1764792"/>
            <a:ext cx="2377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550" dirty="0"/>
          </a:p>
        </p:txBody>
      </p:sp>
      <p:sp>
        <p:nvSpPr>
          <p:cNvPr id="18" name="Text 16"/>
          <p:cNvSpPr/>
          <p:nvPr/>
        </p:nvSpPr>
        <p:spPr>
          <a:xfrm>
            <a:off x="457200" y="1764792"/>
            <a:ext cx="1965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gymlens.com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670048" y="1298448"/>
            <a:ext cx="475488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07030" y="1335430"/>
            <a:ext cx="116230" cy="11623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23635" y="1352035"/>
            <a:ext cx="83022" cy="830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0239" y="1368639"/>
            <a:ext cx="49813" cy="49813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92323" y="1335430"/>
            <a:ext cx="116230" cy="11623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08928" y="1352035"/>
            <a:ext cx="83022" cy="830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25532" y="1368639"/>
            <a:ext cx="49813" cy="49813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07030" y="1620723"/>
            <a:ext cx="116230" cy="11623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23635" y="1637328"/>
            <a:ext cx="83022" cy="8302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0239" y="1653932"/>
            <a:ext cx="49813" cy="49813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95788" y="1357620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17978" y="1379809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95788" y="1379809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40167" y="1379809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17978" y="142418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95788" y="142418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40167" y="142418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29220" y="142418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51409" y="142418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29220" y="144637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73599" y="144637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817978" y="1446378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751409" y="1468567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95788" y="1468567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40167" y="1468567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29220" y="1490756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73599" y="1490756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817978" y="1490756"/>
            <a:ext cx="19020" cy="19020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73552" cy="198424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769364" y="306324"/>
            <a:ext cx="1371600" cy="1371600"/>
          </a:xfrm>
          <a:prstGeom prst="ellipse">
            <a:avLst/>
          </a:prstGeom>
          <a:ln w="177800">
            <a:solidFill>
              <a:srgbClr val="1E1E1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29968" y="566928"/>
            <a:ext cx="850392" cy="850392"/>
          </a:xfrm>
          <a:prstGeom prst="ellipse">
            <a:avLst/>
          </a:prstGeom>
          <a:ln w="10160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63140" y="800100"/>
            <a:ext cx="384048" cy="384048"/>
          </a:xfrm>
          <a:prstGeom prst="ellipse">
            <a:avLst/>
          </a:prstGeom>
          <a:solidFill>
            <a:srgbClr val="1C2A42"/>
          </a:solidFill>
          <a:ln w="12700">
            <a:solidFill>
              <a:srgbClr val="1C2A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9244"/>
            <a:ext cx="365760" cy="365760"/>
          </a:xfrm>
          <a:prstGeom prst="ellipse">
            <a:avLst/>
          </a:prstGeom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3814" y="878738"/>
            <a:ext cx="226771" cy="226771"/>
          </a:xfrm>
          <a:prstGeom prst="ellipse">
            <a:avLst/>
          </a:prstGeom>
          <a:ln w="1524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5994" y="940918"/>
            <a:ext cx="102413" cy="102413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7726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Gym</a:t>
            </a:r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Lens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11567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spc="250" kern="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Every Rep.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2026-05-24T23:48:38Z</dcterms:created>
  <dcterms:modified xsi:type="dcterms:W3CDTF">2026-05-24T23:48:38Z</dcterms:modified>
</cp:coreProperties>
</file>